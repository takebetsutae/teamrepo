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0" r:id="rId3"/>
    <p:sldId id="257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D2A5-9276-4B3F-8B90-42502B5B24ED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33BEC9-C870-4F33-803C-0F84AAD12D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7888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プレイヤーの動きー＞左右移動とジャンプ　　攻撃とパリィ　ステージー＞ボス部屋　　ショップー＞装飾品　</a:t>
            </a:r>
            <a:endParaRPr kumimoji="1" lang="en-US" altLang="ja-JP" dirty="0"/>
          </a:p>
          <a:p>
            <a:r>
              <a:rPr kumimoji="1" lang="ja-JP" altLang="en-US" dirty="0"/>
              <a:t>装飾品効果ー＞体力満タンの時に攻撃力アップ</a:t>
            </a:r>
            <a:endParaRPr kumimoji="1" lang="en-US" altLang="ja-JP" dirty="0"/>
          </a:p>
          <a:p>
            <a:r>
              <a:rPr kumimoji="1" lang="ja-JP" altLang="en-US" dirty="0"/>
              <a:t>ステージ</a:t>
            </a:r>
            <a:r>
              <a:rPr kumimoji="1" lang="en-US" altLang="ja-JP" dirty="0"/>
              <a:t>(</a:t>
            </a:r>
            <a:r>
              <a:rPr kumimoji="1" lang="ja-JP" altLang="en-US" dirty="0"/>
              <a:t>ショップ</a:t>
            </a:r>
            <a:r>
              <a:rPr kumimoji="1" lang="en-US" altLang="ja-JP" dirty="0"/>
              <a:t>)</a:t>
            </a:r>
            <a:r>
              <a:rPr kumimoji="1" lang="ja-JP" altLang="en-US" dirty="0"/>
              <a:t>ー＞ボスの前</a:t>
            </a:r>
            <a:endParaRPr kumimoji="1" lang="en-US" altLang="ja-JP" dirty="0"/>
          </a:p>
          <a:p>
            <a:r>
              <a:rPr kumimoji="1" lang="ja-JP" altLang="en-US" dirty="0"/>
              <a:t>ステージで通貨、ショップ、雑魚敵</a:t>
            </a:r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33BEC9-C870-4F33-803C-0F84AAD12D2B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0528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619CED-9341-1F27-931F-3364619518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D60A04F-3014-5F36-21B5-D930C799F0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4D9E63-FA76-27FF-AE7F-43A543DBA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AA4E75-35AE-DF35-D893-615267C1A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422A45-BAEA-216E-E2A6-498F0B5C4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165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A5ADB5-CD72-A24E-FE5B-3E558595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247FD0-7F92-5C23-04A5-95F97E58FB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CD48C1-05B1-4B00-A1A5-947D00917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727D03-7EBE-6B6D-1211-15889B2C5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26E945-C39A-EA1D-8F31-1D28352E1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445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331A85-EF02-2123-4149-58E6DBF9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DCC9706-26CC-A341-1E98-9FAC7C9F5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106E3B-43CB-D70B-93DC-E4DC9378D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575B86-B342-2B03-7F98-EA37256D7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66413-5492-C712-A139-7FA1BD31E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6539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4C8C7D-DD3D-A1EB-B457-31ED9F67A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AD2650E-C016-5A23-F6AA-3A3B22552D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ED7B1A3-5EA0-83D3-2E82-D8FDBC2BE3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447FB7-557D-CD11-81D8-F53DC3CC3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4FBFADE-3DCD-5B47-E84C-F0E2ED55A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807453D-FBF8-695D-3278-EE9E10C83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6674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A7FAD1-C826-A92A-0383-D45D2495E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7ED451-CEE9-2684-1CD6-EEE9F320CF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DB4796A-D8DE-529B-312D-84A0889CB1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CEB36F0-89A8-C3E8-6A47-8598B4C727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BAC66C6-4EF7-8644-6ED0-F232F866DA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4C6CB72-02E3-D457-2C14-2CA2DF769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D531C25-065E-DE64-7456-A9021E9FB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8217610-9B0C-2767-589B-F4ED8005E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9694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2F18DC-993A-FC11-CD94-B962A482F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C89CC4-4161-E120-D461-13A903834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C8EF657-D0E4-19BC-F81A-1D5EE1B24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5CE5008-EEE6-D7C2-8B9D-41BECF508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2751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5D72FC-5ADE-C120-B7C1-52470FE54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5D1FE99-95B8-E2F6-F943-EBE1540E4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97BE239-456D-DF1B-0219-B1B81F126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287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C230CB-A28D-8F45-870E-8A6A1D538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A609AE-6212-BA5B-43C0-D0F8F7F9B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2BC09DB-E10B-09F0-81D5-5B039EC379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39B7EC-19A7-7CBE-3D81-7A7DDB461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F2177BC-4C88-C3DF-16DC-A020380FF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328BAA3-8926-33F3-58D7-8C4872CFF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3369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C4D819-CC67-E84C-6DD2-559104145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7A387DC-0902-7037-48F7-677B83BB12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3837FF4-93D7-5875-DF71-12FBBBC099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7F32E7F-B3C7-225A-2BEB-6D9647983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645F294-7CA9-791D-B9FA-DCB90DBFA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740C84-45CA-6140-BB9E-17E93C68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694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CC59D3-F43C-6FEB-4A39-12A9F67C1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487A406-F3A6-E71E-743D-5E9358ED9C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E180BE-C1B7-4FAF-483F-02AF9B9D1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CA7241-A295-A0B5-6A4A-CCC2D3210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04562C-761A-0E3B-7749-3680C7707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842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757EE9F-1F04-0BD3-EA12-75E8F90216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1FAE5D-B530-E6E4-0CCC-1D2B988FF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32AB299-0A32-C172-C952-3F8A37336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CC5AED-54A0-B87D-0301-CDCDD9D1E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2EEE30-31C1-5E7B-2540-F5F25CB7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7228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7447886-56CE-1500-CF00-CA26A42B5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0B780D-7EC0-AC2B-53F7-75AD237835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FCEF72-AA45-5151-A824-2357D46A4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EF22BD-00DF-4C20-8D3A-CB5CE4FCC60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C0A677-38FA-31FC-DC69-62EE9AC31C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D90572-A275-2DE2-3BA0-A1A0378835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6E0EEA-BAF6-49D8-87FD-EBEFAB00AD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4004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BFD267-D844-0842-2680-1CD4E02F5C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91491" y="0"/>
            <a:ext cx="9144000" cy="1335738"/>
          </a:xfrm>
        </p:spPr>
        <p:txBody>
          <a:bodyPr/>
          <a:lstStyle/>
          <a:p>
            <a:r>
              <a:rPr kumimoji="1" lang="en-US" altLang="ja-JP" dirty="0"/>
              <a:t>ShadowBringer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315080-ACA3-40BB-14BC-CE9B4FD1C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2727" y="2411852"/>
            <a:ext cx="4812145" cy="2866259"/>
          </a:xfrm>
        </p:spPr>
        <p:txBody>
          <a:bodyPr>
            <a:normAutofit lnSpcReduction="10000"/>
          </a:bodyPr>
          <a:lstStyle/>
          <a:p>
            <a:pPr algn="l"/>
            <a:r>
              <a:rPr kumimoji="1" lang="ja-JP" altLang="en-US" dirty="0"/>
              <a:t>三つの装備で影の王を倒す</a:t>
            </a:r>
            <a:endParaRPr kumimoji="1" lang="en-US" altLang="ja-JP" dirty="0"/>
          </a:p>
          <a:p>
            <a:pPr algn="l"/>
            <a:endParaRPr kumimoji="1" lang="en-US" altLang="ja-JP" dirty="0"/>
          </a:p>
          <a:p>
            <a:pPr algn="l"/>
            <a:r>
              <a:rPr lang="ja-JP" altLang="en-US" dirty="0"/>
              <a:t>道中のショップやボス前のショップで武器やアクセサリーなど装備アイテムを購入できる</a:t>
            </a:r>
            <a:endParaRPr lang="en-US" altLang="ja-JP" dirty="0"/>
          </a:p>
          <a:p>
            <a:pPr algn="l"/>
            <a:endParaRPr lang="en-US" altLang="ja-JP" dirty="0"/>
          </a:p>
          <a:p>
            <a:pPr algn="l"/>
            <a:r>
              <a:rPr lang="ja-JP" altLang="en-US" dirty="0"/>
              <a:t>装備は持ち物として所持できない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560191-129A-E90F-9FF4-420BCB426CB7}"/>
              </a:ext>
            </a:extLst>
          </p:cNvPr>
          <p:cNvSpPr txBox="1"/>
          <p:nvPr/>
        </p:nvSpPr>
        <p:spPr>
          <a:xfrm>
            <a:off x="692727" y="1579889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/>
              <a:t>内容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8ED998C-169C-79B2-8647-AEB9FF3AC68C}"/>
              </a:ext>
            </a:extLst>
          </p:cNvPr>
          <p:cNvSpPr txBox="1"/>
          <p:nvPr/>
        </p:nvSpPr>
        <p:spPr>
          <a:xfrm>
            <a:off x="7121236" y="66786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画像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905342A-9CBC-EF41-BE68-60D8500B0CF9}"/>
              </a:ext>
            </a:extLst>
          </p:cNvPr>
          <p:cNvSpPr txBox="1"/>
          <p:nvPr/>
        </p:nvSpPr>
        <p:spPr>
          <a:xfrm>
            <a:off x="692727" y="5551055"/>
            <a:ext cx="25106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プレイ人数：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人</a:t>
            </a:r>
          </a:p>
        </p:txBody>
      </p:sp>
    </p:spTree>
    <p:extLst>
      <p:ext uri="{BB962C8B-B14F-4D97-AF65-F5344CB8AC3E}">
        <p14:creationId xmlns:p14="http://schemas.microsoft.com/office/powerpoint/2010/main" val="791844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783D5-2707-0A92-1422-B5376DBBD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FBED351-584F-4A5B-D76A-3870565DE0B7}"/>
              </a:ext>
            </a:extLst>
          </p:cNvPr>
          <p:cNvSpPr txBox="1"/>
          <p:nvPr/>
        </p:nvSpPr>
        <p:spPr>
          <a:xfrm>
            <a:off x="720436" y="418486"/>
            <a:ext cx="19026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/>
              <a:t>武器</a:t>
            </a:r>
            <a:endParaRPr kumimoji="1" lang="ja-JP" altLang="en-US" sz="4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A57D032-9DF7-9589-926C-73DA63EE6492}"/>
              </a:ext>
            </a:extLst>
          </p:cNvPr>
          <p:cNvSpPr txBox="1"/>
          <p:nvPr/>
        </p:nvSpPr>
        <p:spPr>
          <a:xfrm>
            <a:off x="720436" y="153989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剣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B1CC795-7683-E198-3A76-A5E2CCC9E4E0}"/>
              </a:ext>
            </a:extLst>
          </p:cNvPr>
          <p:cNvSpPr txBox="1"/>
          <p:nvPr/>
        </p:nvSpPr>
        <p:spPr>
          <a:xfrm>
            <a:off x="4278800" y="1467295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大剣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4251D92-55C5-03BB-9B71-A3395FC2D11B}"/>
              </a:ext>
            </a:extLst>
          </p:cNvPr>
          <p:cNvSpPr txBox="1"/>
          <p:nvPr/>
        </p:nvSpPr>
        <p:spPr>
          <a:xfrm>
            <a:off x="720436" y="301350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杖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4135568-E607-D6FB-9277-6612665BAD5A}"/>
              </a:ext>
            </a:extLst>
          </p:cNvPr>
          <p:cNvSpPr txBox="1"/>
          <p:nvPr/>
        </p:nvSpPr>
        <p:spPr>
          <a:xfrm>
            <a:off x="4357281" y="301350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弓</a:t>
            </a:r>
            <a:endParaRPr kumimoji="1" lang="ja-JP" altLang="en-US" sz="24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B8AC13D-A6B0-0834-B916-F3E47A3E516A}"/>
              </a:ext>
            </a:extLst>
          </p:cNvPr>
          <p:cNvSpPr txBox="1"/>
          <p:nvPr/>
        </p:nvSpPr>
        <p:spPr>
          <a:xfrm>
            <a:off x="6097320" y="4876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アクセサリー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B0145F3-835F-4E35-EA19-9B66A8AE1A52}"/>
              </a:ext>
            </a:extLst>
          </p:cNvPr>
          <p:cNvSpPr txBox="1"/>
          <p:nvPr/>
        </p:nvSpPr>
        <p:spPr>
          <a:xfrm>
            <a:off x="2124364" y="587763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攻撃力や攻撃範囲が変わる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7BE3F00-7B2B-709D-3B22-D3A736CCBC4F}"/>
              </a:ext>
            </a:extLst>
          </p:cNvPr>
          <p:cNvSpPr txBox="1"/>
          <p:nvPr/>
        </p:nvSpPr>
        <p:spPr>
          <a:xfrm>
            <a:off x="8553212" y="449263"/>
            <a:ext cx="27238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プレイヤーにバフ効果を</a:t>
            </a:r>
            <a:endParaRPr kumimoji="1" lang="en-US" altLang="ja-JP" dirty="0"/>
          </a:p>
          <a:p>
            <a:r>
              <a:rPr kumimoji="1" lang="ja-JP" altLang="en-US" dirty="0"/>
              <a:t>付与する</a:t>
            </a:r>
          </a:p>
        </p:txBody>
      </p:sp>
    </p:spTree>
    <p:extLst>
      <p:ext uri="{BB962C8B-B14F-4D97-AF65-F5344CB8AC3E}">
        <p14:creationId xmlns:p14="http://schemas.microsoft.com/office/powerpoint/2010/main" val="4169712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BEDDC7-9F4B-D262-9C2A-2CCA6C38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290" y="383597"/>
            <a:ext cx="11009745" cy="1325563"/>
          </a:xfrm>
        </p:spPr>
        <p:txBody>
          <a:bodyPr/>
          <a:lstStyle/>
          <a:p>
            <a:r>
              <a:rPr kumimoji="1" lang="ja-JP" altLang="en-US" dirty="0"/>
              <a:t>コンセプト：いろんな方法で敵を倒そう！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B38D98-CF76-E48A-24D8-85A6BFA631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プレイ人数：</a:t>
            </a:r>
            <a:r>
              <a:rPr kumimoji="1" lang="en-US" altLang="ja-JP" dirty="0"/>
              <a:t>1</a:t>
            </a:r>
            <a:r>
              <a:rPr kumimoji="1" lang="ja-JP" altLang="en-US" dirty="0"/>
              <a:t>人</a:t>
            </a:r>
            <a:endParaRPr kumimoji="1" lang="en-US" altLang="ja-JP" dirty="0"/>
          </a:p>
          <a:p>
            <a:r>
              <a:rPr lang="ja-JP" altLang="en-US" dirty="0"/>
              <a:t>対象（ターゲット）：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高難易度死にゲーが好きな人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参考ゲーム　ー＞　見た目がホロウナイト　</a:t>
            </a: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 　　　　　　　　　 ゲーム性はエルデンリング ナイトレイン</a:t>
            </a: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・確率でイベントが起こる</a:t>
            </a:r>
          </a:p>
        </p:txBody>
      </p:sp>
    </p:spTree>
    <p:extLst>
      <p:ext uri="{BB962C8B-B14F-4D97-AF65-F5344CB8AC3E}">
        <p14:creationId xmlns:p14="http://schemas.microsoft.com/office/powerpoint/2010/main" val="3625126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F893E09-001F-F8D2-4866-1082AEBCC920}"/>
              </a:ext>
            </a:extLst>
          </p:cNvPr>
          <p:cNvSpPr/>
          <p:nvPr/>
        </p:nvSpPr>
        <p:spPr>
          <a:xfrm>
            <a:off x="277092" y="369454"/>
            <a:ext cx="4516581" cy="2964873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戦略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B8F038C-5024-5497-AF88-02AB296A102E}"/>
              </a:ext>
            </a:extLst>
          </p:cNvPr>
          <p:cNvSpPr/>
          <p:nvPr/>
        </p:nvSpPr>
        <p:spPr>
          <a:xfrm>
            <a:off x="2036619" y="2050473"/>
            <a:ext cx="2406072" cy="116378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ステージの探索時間設定</a:t>
            </a:r>
            <a:endParaRPr kumimoji="1" lang="en-US" altLang="ja-JP" dirty="0"/>
          </a:p>
          <a:p>
            <a:pPr algn="ctr"/>
            <a:r>
              <a:rPr lang="ja-JP" altLang="en-US" dirty="0"/>
              <a:t>→効率よく探索し</a:t>
            </a:r>
            <a:endParaRPr lang="en-US" altLang="ja-JP" dirty="0"/>
          </a:p>
          <a:p>
            <a:pPr algn="ctr"/>
            <a:r>
              <a:rPr lang="ja-JP" altLang="en-US" dirty="0"/>
              <a:t>判断する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347ED54-B0A0-6596-0D64-31BB946019A7}"/>
              </a:ext>
            </a:extLst>
          </p:cNvPr>
          <p:cNvSpPr txBox="1"/>
          <p:nvPr/>
        </p:nvSpPr>
        <p:spPr>
          <a:xfrm>
            <a:off x="777189" y="3731492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コンセプト：</a:t>
            </a:r>
            <a:r>
              <a:rPr kumimoji="1" lang="ja-JP" altLang="en-US"/>
              <a:t>アイテムを駆使するゲーム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3E1C7A8-D804-C422-6AEC-5FE4688F999E}"/>
              </a:ext>
            </a:extLst>
          </p:cNvPr>
          <p:cNvSpPr txBox="1"/>
          <p:nvPr/>
        </p:nvSpPr>
        <p:spPr>
          <a:xfrm>
            <a:off x="2687782" y="4858327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アイテム：装飾品と武器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63849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175</Words>
  <Application>Microsoft Office PowerPoint</Application>
  <PresentationFormat>ワイド画面</PresentationFormat>
  <Paragraphs>36</Paragraphs>
  <Slides>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ShadowBringer</vt:lpstr>
      <vt:lpstr>PowerPoint プレゼンテーション</vt:lpstr>
      <vt:lpstr>コンセプト：いろんな方法で敵を倒そう！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茅場　舞桜</dc:creator>
  <cp:lastModifiedBy>武部　伝</cp:lastModifiedBy>
  <cp:revision>5</cp:revision>
  <dcterms:created xsi:type="dcterms:W3CDTF">2026-04-22T08:44:12Z</dcterms:created>
  <dcterms:modified xsi:type="dcterms:W3CDTF">2026-04-27T00:46:53Z</dcterms:modified>
</cp:coreProperties>
</file>